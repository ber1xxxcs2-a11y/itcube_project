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usso One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ussoOne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1.jpg"/><Relationship Id="rId5" Type="http://schemas.openxmlformats.org/officeDocument/2006/relationships/image" Target="../media/image5.jpg"/><Relationship Id="rId6" Type="http://schemas.openxmlformats.org/officeDocument/2006/relationships/image" Target="../media/image14.jpg"/><Relationship Id="rId7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3.jpg"/><Relationship Id="rId6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5fc4ec047cd64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5125" y="0"/>
            <a:ext cx="64516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97396" y="1343624"/>
            <a:ext cx="4647766" cy="20003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2800" u="none" cap="none" strike="noStrike">
                <a:solidFill>
                  <a:srgbClr val="1C75BC"/>
                </a:solidFill>
                <a:latin typeface="Russo One"/>
                <a:ea typeface="Russo One"/>
                <a:cs typeface="Russo One"/>
                <a:sym typeface="Russo One"/>
              </a:rPr>
              <a:t>интерактивное приложение для обучения с помощью карточек</a:t>
            </a:r>
            <a:endParaRPr b="0" i="0" sz="2800" u="none" cap="none" strike="noStrike">
              <a:solidFill>
                <a:srgbClr val="000000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3600" u="none" cap="none" strike="noStrike">
                <a:solidFill>
                  <a:schemeClr val="lt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Длㅤㅤ</a:t>
            </a:r>
            <a:endParaRPr b="0" i="0" sz="3600" u="none" cap="none" strike="noStrike">
              <a:solidFill>
                <a:schemeClr val="lt1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56" name="Google Shape;56;p13" title="Лого Куб Горизонтальный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725" y="82799"/>
            <a:ext cx="2466199" cy="11685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-177" y="3346162"/>
            <a:ext cx="4250700" cy="5078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2100" u="none" cap="none" strike="noStrike">
                <a:solidFill>
                  <a:srgbClr val="000000"/>
                </a:solidFill>
                <a:latin typeface="Russo One"/>
                <a:ea typeface="Russo One"/>
                <a:cs typeface="Russo One"/>
                <a:sym typeface="Russo One"/>
              </a:rPr>
              <a:t>Матоян </a:t>
            </a:r>
            <a:r>
              <a:rPr b="0" i="0" lang="ru" sz="21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Борис</a:t>
            </a:r>
            <a:endParaRPr/>
          </a:p>
        </p:txBody>
      </p:sp>
      <p:pic>
        <p:nvPicPr>
          <p:cNvPr id="58" name="Google Shape;58;p13" title="Нац проекты России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03772" y="167810"/>
            <a:ext cx="1191376" cy="9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Camer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0800" y="2038350"/>
            <a:ext cx="10668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5198439" y="1588458"/>
            <a:ext cx="3701100" cy="30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20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Разработать интерактивное приложение для обучения с помощью карточек</a:t>
            </a:r>
            <a:endParaRPr b="0" i="0" sz="2000" u="none" cap="none" strike="noStrike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65" name="Google Shape;65;p14" title="Лого Куб без надписи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9428" y="183999"/>
            <a:ext cx="625938" cy="68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5196840" y="822960"/>
            <a:ext cx="34442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3600" u="none" cap="none" strike="noStrike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rPr>
              <a:t>Цель проекта</a:t>
            </a:r>
            <a:endParaRPr/>
          </a:p>
        </p:txBody>
      </p:sp>
      <p:pic>
        <p:nvPicPr>
          <p:cNvPr descr="Изображение выглядит как текст, снимок экрана, дизайн&#10;&#10;Содержимое, созданное искусственным интеллектом, может быть неверным." id="67" name="Google Shape;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4967" y="0"/>
            <a:ext cx="319506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0" y="193800"/>
            <a:ext cx="9144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ru" sz="26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ЗАДАЧИ ПРОЕКТА</a:t>
            </a:r>
            <a:endParaRPr b="0" i="0" sz="2600" u="none" cap="none" strike="noStrike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544275" y="2797775"/>
            <a:ext cx="23223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600" u="none" cap="none" strike="noStrike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rPr>
              <a:t>Хранения данных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544275" y="1178450"/>
            <a:ext cx="23223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" sz="1600" u="none" cap="none" strike="noStrike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rPr>
              <a:t>Алгоритм</a:t>
            </a:r>
            <a:endParaRPr b="0" i="0" sz="1600" u="none" cap="none" strike="noStrike">
              <a:solidFill>
                <a:schemeClr val="accent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6293725" y="1178450"/>
            <a:ext cx="23223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" sz="1600" u="none" cap="none" strike="noStrike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rPr>
              <a:t>Интерфейс</a:t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6293725" y="2797775"/>
            <a:ext cx="23223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" sz="1600" u="none" cap="none" strike="noStrike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rPr>
              <a:t>Оценка</a:t>
            </a:r>
            <a:endParaRPr/>
          </a:p>
        </p:txBody>
      </p:sp>
      <p:pic>
        <p:nvPicPr>
          <p:cNvPr id="77" name="Google Shape;77;p15" title="Лого Куб без надписи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9428" y="183999"/>
            <a:ext cx="625938" cy="684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символ, диаграмма, круг, графическая вставка&#10;&#10;Содержимое, созданное искусственным интеллектом, может быть неверным." id="78" name="Google Shape;7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5399" y="1178775"/>
            <a:ext cx="1175989" cy="11620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шаблон, круг, дизайн&#10;&#10;Содержимое, созданное искусственным интеллектом, может быть неверным." id="79" name="Google Shape;7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2308" y="1178777"/>
            <a:ext cx="117599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символ, текст, Шрифт, Графика&#10;&#10;Содержимое, созданное искусственным интеллектом, может быть неверным." id="80" name="Google Shape;8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64469" y="2794774"/>
            <a:ext cx="1170879" cy="11708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символ, графическая вставка, зарисовка, Графика&#10;&#10;Содержимое, созданное искусственным интеллектом, может быть неверным." id="81" name="Google Shape;8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89268" y="2794774"/>
            <a:ext cx="1360861" cy="1170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/>
        </p:nvSpPr>
        <p:spPr>
          <a:xfrm>
            <a:off x="462650" y="0"/>
            <a:ext cx="47034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ru" sz="2600" u="none" cap="none" strike="noStrike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rPr>
              <a:t>АКТУАЛЬНОСТЬ ПРОЕКТА</a:t>
            </a:r>
            <a:endParaRPr b="0" i="0" sz="2600" u="none" cap="none" strike="noStrike">
              <a:solidFill>
                <a:schemeClr val="accent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87" name="Google Shape;87;p16" title="Лого Куб без надписи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9428" y="183999"/>
            <a:ext cx="625938" cy="6844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194100" y="3167875"/>
            <a:ext cx="87558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24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Цифровое обучение, повторение перед экзаменами</a:t>
            </a:r>
            <a:endParaRPr b="0" i="0" sz="2000" u="none" cap="none" strike="noStrike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89" name="Google Shape;89;p16" title="Camer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543938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 title="Camer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1543938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Человеческое лицо, компьютер, мультфильм, снимок экрана&#10;&#10;Содержимое, созданное искусственным интеллектом, может быть неверным." id="91" name="Google Shape;9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4122" y="822403"/>
            <a:ext cx="4501676" cy="2348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компьютер, ноутбук, текст, одежда&#10;&#10;Содержимое, созданное искусственным интеллектом, может быть неверным." id="92" name="Google Shape;9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1333" y="821669"/>
            <a:ext cx="4100518" cy="2346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 title="Camer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6950" y="470359"/>
            <a:ext cx="810100" cy="8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0" y="1695044"/>
            <a:ext cx="9144000" cy="1379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ru" sz="26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УНИКАЛЬНОСТЬ ПРОЕКТА</a:t>
            </a:r>
            <a:endParaRPr b="0" i="0" sz="2600" u="none" cap="none" strike="noStrike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194100" y="2572030"/>
            <a:ext cx="8755800" cy="22992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2800" u="none" cap="none" strike="noStrike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rPr>
              <a:t>Простота, настраиваемость, локальный запуск на Python</a:t>
            </a:r>
            <a:endParaRPr b="0" i="0" sz="2800" u="none" cap="none" strike="noStrike">
              <a:solidFill>
                <a:schemeClr val="accent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00" name="Google Shape;100;p17" title="Лого Куб без надписи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9428" y="4329649"/>
            <a:ext cx="625938" cy="684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Графика, Шрифт, графическая вставка, текст&#10;&#10;Содержимое, созданное искусственным интеллектом, может быть неверным." id="101" name="Google Shape;10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1846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625328" y="42411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>
                <a:solidFill>
                  <a:srgbClr val="000000"/>
                </a:solidFill>
                <a:latin typeface="Russo One"/>
                <a:ea typeface="Russo One"/>
                <a:cs typeface="Russo One"/>
                <a:sym typeface="Russo One"/>
              </a:rPr>
              <a:t>Итоги</a:t>
            </a:r>
            <a:endParaRPr>
              <a:solidFill>
                <a:srgbClr val="000000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11700" y="1061871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Объект и предмет исследования (объект – процесс запоминания а предмет – Карточки как инструмент)</a:t>
            </a:r>
            <a:endParaRPr/>
          </a:p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Методы исследования (Анализ аналогов, эксперимент, тестирование)</a:t>
            </a:r>
            <a:endParaRPr/>
          </a:p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Практическая значимость (Для школьников, студентов, преподавателей)</a:t>
            </a:r>
            <a:endParaRPr/>
          </a:p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Ход работы (4 этапа (дизайн, код, тесты, улучшения))</a:t>
            </a:r>
            <a:endParaRPr/>
          </a:p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Результат (Рабочая программа с графическим интерфейсом и режимом викторины)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Перспективы (Облачное хранилище, мультимедиа, мобильная версия)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9" title="Лого Куб без надписи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8335" y="374526"/>
            <a:ext cx="1247326" cy="1363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/>
        </p:nvSpPr>
        <p:spPr>
          <a:xfrm>
            <a:off x="0" y="2045550"/>
            <a:ext cx="91440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ru" sz="26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СПАСИБО ЗА ВНИМАНИЕ</a:t>
            </a:r>
            <a:endParaRPr b="0" i="0" sz="2600" u="none" cap="none" strike="noStrike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