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2" r:id="rId3"/>
    <p:sldId id="263" r:id="rId4"/>
    <p:sldId id="264" r:id="rId5"/>
    <p:sldId id="265" r:id="rId6"/>
    <p:sldId id="267" r:id="rId7"/>
    <p:sldId id="266" r:id="rId8"/>
  </p:sldIdLst>
  <p:sldSz cx="9144000" cy="5143500" type="screen16x9"/>
  <p:notesSz cx="6858000" cy="9144000"/>
  <p:embeddedFontLst>
    <p:embeddedFont>
      <p:font typeface="Montserrat ExtraBold" panose="00000900000000000000" pitchFamily="2" charset="0"/>
      <p:bold r:id="rId10"/>
      <p:boldItalic r:id="rId11"/>
    </p:embeddedFont>
    <p:embeddedFont>
      <p:font typeface="Montserrat Medium" panose="00000600000000000000" pitchFamily="2" charset="0"/>
      <p:regular r:id="rId12"/>
      <p:bold r:id="rId13"/>
      <p:italic r:id="rId14"/>
      <p:boldItalic r:id="rId15"/>
    </p:embeddedFont>
    <p:embeddedFont>
      <p:font typeface="Russo One" panose="020B0604020202020204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0ef5312c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0ef5312c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0ef5312ce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0ef5312ce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0ef5312c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0ef5312c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0ef5312c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0ef5312c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0ef5312c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0ef5312c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5fc4ec047cd6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125" y="0"/>
            <a:ext cx="6451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616750" y="1817550"/>
            <a:ext cx="6285600" cy="16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rgbClr val="1C75BC"/>
                </a:solidFill>
                <a:latin typeface="Russo One"/>
                <a:ea typeface="Russo One"/>
                <a:cs typeface="Russo One"/>
                <a:sym typeface="Russo One"/>
              </a:rPr>
              <a:t>ТЕМА</a:t>
            </a:r>
            <a:br>
              <a:rPr lang="ru" sz="4800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rPr>
            </a:br>
            <a:r>
              <a:rPr lang="ru" sz="4800">
                <a:solidFill>
                  <a:schemeClr val="dk1"/>
                </a:solidFill>
                <a:highlight>
                  <a:schemeClr val="lt1"/>
                </a:highlight>
                <a:latin typeface="Russo One"/>
                <a:ea typeface="Russo One"/>
                <a:cs typeface="Russo One"/>
                <a:sym typeface="Russo One"/>
              </a:rPr>
              <a:t>ПРЕЗЕНТАЦИИ</a:t>
            </a:r>
            <a:r>
              <a:rPr lang="ru" sz="1500">
                <a:solidFill>
                  <a:schemeClr val="lt1"/>
                </a:solidFill>
                <a:highlight>
                  <a:schemeClr val="lt1"/>
                </a:highlight>
              </a:rPr>
              <a:t>ㅤㅤ</a:t>
            </a:r>
            <a:endParaRPr sz="4800">
              <a:solidFill>
                <a:schemeClr val="lt1"/>
              </a:solidFill>
              <a:highlight>
                <a:schemeClr val="lt1"/>
              </a:highlight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56" name="Google Shape;56;p13" title="Лого Куб Горизонтальный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725" y="82799"/>
            <a:ext cx="2466199" cy="116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616750" y="3806150"/>
            <a:ext cx="4250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Фамилия</a:t>
            </a:r>
            <a:br>
              <a:rPr lang="ru" sz="21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</a:br>
            <a:r>
              <a:rPr lang="ru" sz="21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Имя</a:t>
            </a:r>
            <a:endParaRPr sz="210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58" name="Google Shape;58;p13" title="Нац проекты России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3772" y="167810"/>
            <a:ext cx="1191376" cy="9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 rot="-5400000">
            <a:off x="-1937250" y="1937350"/>
            <a:ext cx="5166000" cy="12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ЦЕЛЬ ПРОЕКТА</a:t>
            </a:r>
            <a:endParaRPr sz="2600" dirty="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1291500" y="0"/>
            <a:ext cx="3665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19" title="Came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800" y="2038350"/>
            <a:ext cx="1066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5184500" y="807825"/>
            <a:ext cx="3701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1C75B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</a:t>
            </a:r>
            <a:br>
              <a:rPr lang="ru" sz="3000">
                <a:solidFill>
                  <a:srgbClr val="1C75B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" sz="3000">
                <a:solidFill>
                  <a:srgbClr val="1C75B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заголовок</a:t>
            </a:r>
            <a:endParaRPr sz="3000">
              <a:solidFill>
                <a:srgbClr val="1C75B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5184500" y="1916025"/>
            <a:ext cx="3701100" cy="30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Текст слайда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3" name="Google Shape;113;p19" title="Лого Куб без надписи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/>
        </p:nvSpPr>
        <p:spPr>
          <a:xfrm>
            <a:off x="0" y="193800"/>
            <a:ext cx="9144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ЗАДАЧИ ПРОЕКТА</a:t>
            </a:r>
            <a:endParaRPr sz="2600" dirty="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3032848" y="1178438"/>
            <a:ext cx="1167300" cy="1167300"/>
          </a:xfrm>
          <a:prstGeom prst="rect">
            <a:avLst/>
          </a:prstGeom>
          <a:solidFill>
            <a:srgbClr val="1C75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4943839" y="1178438"/>
            <a:ext cx="1167300" cy="1167300"/>
          </a:xfrm>
          <a:prstGeom prst="rect">
            <a:avLst/>
          </a:prstGeom>
          <a:solidFill>
            <a:srgbClr val="4A52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3032848" y="2797763"/>
            <a:ext cx="1167300" cy="1167300"/>
          </a:xfrm>
          <a:prstGeom prst="rect">
            <a:avLst/>
          </a:prstGeom>
          <a:solidFill>
            <a:srgbClr val="4A52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4943839" y="2797763"/>
            <a:ext cx="1167300" cy="1167300"/>
          </a:xfrm>
          <a:prstGeom prst="rect">
            <a:avLst/>
          </a:prstGeom>
          <a:solidFill>
            <a:srgbClr val="1C75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544275" y="2797775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Текст слайда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544275" y="1178450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Текст слайда</a:t>
            </a:r>
            <a:endParaRPr sz="16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6293725" y="1178450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Текст слайда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6293725" y="2797775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Текст слайда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7" name="Google Shape;127;p20" title="Came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900" y="1406500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 title="Came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1900" y="1406500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 title="Came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900" y="3025825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 title="Came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1900" y="3025825"/>
            <a:ext cx="71120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 title="Лого Куб без надписи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462650" y="0"/>
            <a:ext cx="4703400" cy="1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АКТУАЛЬНОСТЬ ПРОЕКТА</a:t>
            </a:r>
            <a:endParaRPr sz="260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37" name="Google Shape;137;p21" title="Лого Куб без надпис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/>
          <p:nvPr/>
        </p:nvSpPr>
        <p:spPr>
          <a:xfrm>
            <a:off x="0" y="1052400"/>
            <a:ext cx="4572000" cy="2049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1C75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4572000" y="1052400"/>
            <a:ext cx="4572000" cy="2049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194100" y="3167875"/>
            <a:ext cx="8755800" cy="17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Текст слайда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1" name="Google Shape;141;p21" title="Camer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2600" y="1543938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 title="Camer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4600" y="1543938"/>
            <a:ext cx="10668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/>
        </p:nvSpPr>
        <p:spPr>
          <a:xfrm>
            <a:off x="0" y="0"/>
            <a:ext cx="9144000" cy="175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p22" title="Came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6950" y="470359"/>
            <a:ext cx="810100" cy="8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0" y="1750800"/>
            <a:ext cx="9144000" cy="1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УНИКАЛЬНОСТЬ ПРОЕКТА</a:t>
            </a:r>
            <a:endParaRPr sz="260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194100" y="2641725"/>
            <a:ext cx="8755800" cy="2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Текст слайда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1" name="Google Shape;151;p22" title="Лого Куб без надписи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9428" y="4329649"/>
            <a:ext cx="625938" cy="68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0E5E9C-B65B-47B2-AAA5-A2761DCE6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Оставшиеся пункты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A40D79-2F8D-4C0D-8973-95B1757C4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Объект и предмет исследования (объект – что изучается в целом, а предмет – конкретная часть из объекта)</a:t>
            </a:r>
          </a:p>
          <a:p>
            <a:r>
              <a:rPr lang="ru-RU" dirty="0"/>
              <a:t>Методы исследования (как вы изучали тему)</a:t>
            </a:r>
          </a:p>
          <a:p>
            <a:r>
              <a:rPr lang="ru-RU" dirty="0"/>
              <a:t>Практическая значимость (кому и зачем нужно)</a:t>
            </a:r>
          </a:p>
          <a:p>
            <a:r>
              <a:rPr lang="ru-RU" dirty="0"/>
              <a:t>Ход работы (попунктно)</a:t>
            </a:r>
          </a:p>
          <a:p>
            <a:r>
              <a:rPr lang="ru-RU" dirty="0"/>
              <a:t>Результат (что получилось в итоге)</a:t>
            </a:r>
          </a:p>
          <a:p>
            <a:r>
              <a:rPr lang="ru-RU" dirty="0"/>
              <a:t>Перспективы (что можно добавить)</a:t>
            </a:r>
          </a:p>
        </p:txBody>
      </p:sp>
    </p:spTree>
    <p:extLst>
      <p:ext uri="{BB962C8B-B14F-4D97-AF65-F5344CB8AC3E}">
        <p14:creationId xmlns:p14="http://schemas.microsoft.com/office/powerpoint/2010/main" val="2266033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" title="Лого Куб без надпис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8335" y="374526"/>
            <a:ext cx="1247326" cy="1363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0" y="2045550"/>
            <a:ext cx="9144000" cy="1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СПАСИБО ЗА ВНИМАНИЕ</a:t>
            </a:r>
            <a:endParaRPr sz="260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Экран (16:9)</PresentationFormat>
  <Paragraphs>22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Montserrat ExtraBold</vt:lpstr>
      <vt:lpstr>Arial</vt:lpstr>
      <vt:lpstr>Montserrat Medium</vt:lpstr>
      <vt:lpstr>Russo One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Оставшиеся пункты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Nikita</cp:lastModifiedBy>
  <cp:revision>1</cp:revision>
  <dcterms:modified xsi:type="dcterms:W3CDTF">2026-03-25T06:37:14Z</dcterms:modified>
</cp:coreProperties>
</file>